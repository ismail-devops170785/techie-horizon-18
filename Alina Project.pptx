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sldIdLst>
    <p:sldId id="256" r:id="rId2"/>
    <p:sldId id="257" r:id="rId3"/>
    <p:sldId id="258" r:id="rId4"/>
    <p:sldId id="259" r:id="rId5"/>
    <p:sldId id="261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967D29F-9AEB-42E7-8310-BB5D856B6218}" v="76" dt="2026-01-05T15:56:31.99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56" y="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Ismail Mohammed" userId="28b597cd46530c21" providerId="LiveId" clId="{D76AA87F-29E5-43E6-ADD1-59F56921E520}"/>
    <pc:docChg chg="custSel addSld delSld modSld">
      <pc:chgData name="Ismail Mohammed" userId="28b597cd46530c21" providerId="LiveId" clId="{D76AA87F-29E5-43E6-ADD1-59F56921E520}" dt="2026-01-05T15:56:31.997" v="269"/>
      <pc:docMkLst>
        <pc:docMk/>
      </pc:docMkLst>
      <pc:sldChg chg="modSp mod modTransition modAnim">
        <pc:chgData name="Ismail Mohammed" userId="28b597cd46530c21" providerId="LiveId" clId="{D76AA87F-29E5-43E6-ADD1-59F56921E520}" dt="2026-01-05T15:43:47.114" v="180"/>
        <pc:sldMkLst>
          <pc:docMk/>
          <pc:sldMk cId="664659305" sldId="256"/>
        </pc:sldMkLst>
        <pc:spChg chg="mod">
          <ac:chgData name="Ismail Mohammed" userId="28b597cd46530c21" providerId="LiveId" clId="{D76AA87F-29E5-43E6-ADD1-59F56921E520}" dt="2026-01-05T15:35:46.256" v="135"/>
          <ac:spMkLst>
            <pc:docMk/>
            <pc:sldMk cId="664659305" sldId="256"/>
            <ac:spMk id="2" creationId="{5CE73DDF-226A-EB5A-CB55-7C54D3ED39AE}"/>
          </ac:spMkLst>
        </pc:spChg>
        <pc:spChg chg="mod">
          <ac:chgData name="Ismail Mohammed" userId="28b597cd46530c21" providerId="LiveId" clId="{D76AA87F-29E5-43E6-ADD1-59F56921E520}" dt="2026-01-04T16:55:27.727" v="132" actId="20577"/>
          <ac:spMkLst>
            <pc:docMk/>
            <pc:sldMk cId="664659305" sldId="256"/>
            <ac:spMk id="3" creationId="{504E2D88-3406-79F9-594B-7371F2D60C87}"/>
          </ac:spMkLst>
        </pc:spChg>
      </pc:sldChg>
      <pc:sldChg chg="modSp mod modTransition modAnim">
        <pc:chgData name="Ismail Mohammed" userId="28b597cd46530c21" providerId="LiveId" clId="{D76AA87F-29E5-43E6-ADD1-59F56921E520}" dt="2026-01-05T15:44:56.499" v="186"/>
        <pc:sldMkLst>
          <pc:docMk/>
          <pc:sldMk cId="3321497102" sldId="257"/>
        </pc:sldMkLst>
        <pc:spChg chg="mod">
          <ac:chgData name="Ismail Mohammed" userId="28b597cd46530c21" providerId="LiveId" clId="{D76AA87F-29E5-43E6-ADD1-59F56921E520}" dt="2026-01-05T15:35:46.256" v="135"/>
          <ac:spMkLst>
            <pc:docMk/>
            <pc:sldMk cId="3321497102" sldId="257"/>
            <ac:spMk id="2" creationId="{D6A868F0-F892-0A92-0729-84634568C5F0}"/>
          </ac:spMkLst>
        </pc:spChg>
        <pc:spChg chg="mod">
          <ac:chgData name="Ismail Mohammed" userId="28b597cd46530c21" providerId="LiveId" clId="{D76AA87F-29E5-43E6-ADD1-59F56921E520}" dt="2026-01-05T15:35:46.256" v="135"/>
          <ac:spMkLst>
            <pc:docMk/>
            <pc:sldMk cId="3321497102" sldId="257"/>
            <ac:spMk id="3" creationId="{A8A14D5C-A1B9-E8E7-65F2-D7A1ECCC3D29}"/>
          </ac:spMkLst>
        </pc:spChg>
      </pc:sldChg>
      <pc:sldChg chg="addSp delSp modSp mod modTransition modAnim">
        <pc:chgData name="Ismail Mohammed" userId="28b597cd46530c21" providerId="LiveId" clId="{D76AA87F-29E5-43E6-ADD1-59F56921E520}" dt="2026-01-05T15:56:31.997" v="269"/>
        <pc:sldMkLst>
          <pc:docMk/>
          <pc:sldMk cId="2535558175" sldId="258"/>
        </pc:sldMkLst>
        <pc:spChg chg="mod">
          <ac:chgData name="Ismail Mohammed" userId="28b597cd46530c21" providerId="LiveId" clId="{D76AA87F-29E5-43E6-ADD1-59F56921E520}" dt="2026-01-05T15:46:37.334" v="191" actId="1076"/>
          <ac:spMkLst>
            <pc:docMk/>
            <pc:sldMk cId="2535558175" sldId="258"/>
            <ac:spMk id="2" creationId="{A811FB0B-623E-BAA1-3AEC-78F9B1D21B4D}"/>
          </ac:spMkLst>
        </pc:spChg>
        <pc:spChg chg="del">
          <ac:chgData name="Ismail Mohammed" userId="28b597cd46530c21" providerId="LiveId" clId="{D76AA87F-29E5-43E6-ADD1-59F56921E520}" dt="2026-01-04T16:52:46.246" v="2" actId="22"/>
          <ac:spMkLst>
            <pc:docMk/>
            <pc:sldMk cId="2535558175" sldId="258"/>
            <ac:spMk id="3" creationId="{DB0713E6-A4E4-A34D-297D-527B2646DE51}"/>
          </ac:spMkLst>
        </pc:spChg>
        <pc:picChg chg="add mod ord">
          <ac:chgData name="Ismail Mohammed" userId="28b597cd46530c21" providerId="LiveId" clId="{D76AA87F-29E5-43E6-ADD1-59F56921E520}" dt="2026-01-05T15:46:40.347" v="192" actId="1076"/>
          <ac:picMkLst>
            <pc:docMk/>
            <pc:sldMk cId="2535558175" sldId="258"/>
            <ac:picMk id="5" creationId="{BB31F723-ABF2-37BB-52B9-F8BE3D4B1812}"/>
          </ac:picMkLst>
        </pc:picChg>
      </pc:sldChg>
      <pc:sldChg chg="addSp delSp modSp new mod modTransition modAnim">
        <pc:chgData name="Ismail Mohammed" userId="28b597cd46530c21" providerId="LiveId" clId="{D76AA87F-29E5-43E6-ADD1-59F56921E520}" dt="2026-01-05T15:47:44.938" v="197"/>
        <pc:sldMkLst>
          <pc:docMk/>
          <pc:sldMk cId="2029323043" sldId="259"/>
        </pc:sldMkLst>
        <pc:spChg chg="mod">
          <ac:chgData name="Ismail Mohammed" userId="28b597cd46530c21" providerId="LiveId" clId="{D76AA87F-29E5-43E6-ADD1-59F56921E520}" dt="2026-01-05T15:35:46.256" v="135"/>
          <ac:spMkLst>
            <pc:docMk/>
            <pc:sldMk cId="2029323043" sldId="259"/>
            <ac:spMk id="2" creationId="{DB02C454-4CA1-3BE7-5675-8190FF02029E}"/>
          </ac:spMkLst>
        </pc:spChg>
        <pc:spChg chg="del">
          <ac:chgData name="Ismail Mohammed" userId="28b597cd46530c21" providerId="LiveId" clId="{D76AA87F-29E5-43E6-ADD1-59F56921E520}" dt="2026-01-04T16:53:17.120" v="6" actId="22"/>
          <ac:spMkLst>
            <pc:docMk/>
            <pc:sldMk cId="2029323043" sldId="259"/>
            <ac:spMk id="3" creationId="{2D442344-5B32-8F6E-8B31-C9794789DD70}"/>
          </ac:spMkLst>
        </pc:spChg>
        <pc:picChg chg="add mod ord">
          <ac:chgData name="Ismail Mohammed" userId="28b597cd46530c21" providerId="LiveId" clId="{D76AA87F-29E5-43E6-ADD1-59F56921E520}" dt="2026-01-05T15:35:46.256" v="135"/>
          <ac:picMkLst>
            <pc:docMk/>
            <pc:sldMk cId="2029323043" sldId="259"/>
            <ac:picMk id="5" creationId="{22DD4DA7-3771-CFF4-A751-70B30948F532}"/>
          </ac:picMkLst>
        </pc:picChg>
      </pc:sldChg>
      <pc:sldChg chg="new del">
        <pc:chgData name="Ismail Mohammed" userId="28b597cd46530c21" providerId="LiveId" clId="{D76AA87F-29E5-43E6-ADD1-59F56921E520}" dt="2026-01-05T15:48:45.879" v="200" actId="47"/>
        <pc:sldMkLst>
          <pc:docMk/>
          <pc:sldMk cId="1367847466" sldId="260"/>
        </pc:sldMkLst>
      </pc:sldChg>
      <pc:sldChg chg="modSp new mod modTransition modAnim">
        <pc:chgData name="Ismail Mohammed" userId="28b597cd46530c21" providerId="LiveId" clId="{D76AA87F-29E5-43E6-ADD1-59F56921E520}" dt="2026-01-05T15:52:51.374" v="267"/>
        <pc:sldMkLst>
          <pc:docMk/>
          <pc:sldMk cId="1991926955" sldId="261"/>
        </pc:sldMkLst>
        <pc:spChg chg="mod">
          <ac:chgData name="Ismail Mohammed" userId="28b597cd46530c21" providerId="LiveId" clId="{D76AA87F-29E5-43E6-ADD1-59F56921E520}" dt="2026-01-05T15:51:02.274" v="258"/>
          <ac:spMkLst>
            <pc:docMk/>
            <pc:sldMk cId="1991926955" sldId="261"/>
            <ac:spMk id="2" creationId="{43312DC1-9572-5EEA-B510-C2355402083E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95269" y="1122363"/>
            <a:ext cx="9001462" cy="2387600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95269" y="3602038"/>
            <a:ext cx="9001462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FA1E4C-7321-4B20-B130-F32AAA293231}" type="datetimeFigureOut">
              <a:rPr lang="en-IN" smtClean="0"/>
              <a:t>05-01-2026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7A6EEF-C197-42F4-A015-8635722C3CD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122848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FA1E4C-7321-4B20-B130-F32AAA293231}" type="datetimeFigureOut">
              <a:rPr lang="en-IN" smtClean="0"/>
              <a:t>05-01-2026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7A6EEF-C197-42F4-A015-8635722C3CD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687572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29244" y="657226"/>
            <a:ext cx="9733512" cy="2852737"/>
          </a:xfrm>
        </p:spPr>
        <p:txBody>
          <a:bodyPr anchor="b">
            <a:normAutofit/>
          </a:bodyPr>
          <a:lstStyle>
            <a:lvl1pPr>
              <a:defRPr sz="3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29244" y="3602038"/>
            <a:ext cx="9733512" cy="1500187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FA1E4C-7321-4B20-B130-F32AAA293231}" type="datetimeFigureOut">
              <a:rPr lang="en-IN" smtClean="0"/>
              <a:t>05-01-2026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7A6EEF-C197-42F4-A015-8635722C3CD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750278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2088319"/>
            <a:ext cx="5106004" cy="37028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3403" y="2088319"/>
            <a:ext cx="5094154" cy="37028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FA1E4C-7321-4B20-B130-F32AAA293231}" type="datetimeFigureOut">
              <a:rPr lang="en-IN" smtClean="0"/>
              <a:t>05-01-2026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7A6EEF-C197-42F4-A015-8635722C3CD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936092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804" y="2088320"/>
            <a:ext cx="4879199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13795" y="2912232"/>
            <a:ext cx="5107208" cy="28789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2003" y="2088320"/>
            <a:ext cx="4865554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912232"/>
            <a:ext cx="5095357" cy="28789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FA1E4C-7321-4B20-B130-F32AAA293231}" type="datetimeFigureOut">
              <a:rPr lang="en-IN" smtClean="0"/>
              <a:t>05-01-2026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7A6EEF-C197-42F4-A015-8635722C3CD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080808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FA1E4C-7321-4B20-B130-F32AAA293231}" type="datetimeFigureOut">
              <a:rPr lang="en-IN" smtClean="0"/>
              <a:t>05-01-2026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7A6EEF-C197-42F4-A015-8635722C3CD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358090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FA1E4C-7321-4B20-B130-F32AAA293231}" type="datetimeFigureOut">
              <a:rPr lang="en-IN" smtClean="0"/>
              <a:t>05-01-2026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7A6EEF-C197-42F4-A015-8635722C3CD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548356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8" y="609600"/>
            <a:ext cx="3932237" cy="2362200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78064" y="609600"/>
            <a:ext cx="6189492" cy="5181600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7228" y="2971800"/>
            <a:ext cx="3932237" cy="2819399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FA1E4C-7321-4B20-B130-F32AAA293231}" type="datetimeFigureOut">
              <a:rPr lang="en-IN" smtClean="0"/>
              <a:t>05-01-2026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7A6EEF-C197-42F4-A015-8635722C3CD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81025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7" y="609600"/>
            <a:ext cx="5929773" cy="2362200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4" y="758881"/>
            <a:ext cx="3255356" cy="4883038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971800"/>
            <a:ext cx="5934950" cy="28194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FA1E4C-7321-4B20-B130-F32AAA293231}" type="datetimeFigureOut">
              <a:rPr lang="en-IN" smtClean="0"/>
              <a:t>05-01-2026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7A6EEF-C197-42F4-A015-8635722C3CD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137997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289372"/>
            <a:ext cx="10367564" cy="819355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13806" y="621321"/>
            <a:ext cx="10367564" cy="3379735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65998" cy="682472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FA1E4C-7321-4B20-B130-F32AAA293231}" type="datetimeFigureOut">
              <a:rPr lang="en-IN" smtClean="0"/>
              <a:t>05-01-2026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7A6EEF-C197-42F4-A015-8635722C3CD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589945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3424859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4204820"/>
            <a:ext cx="10353761" cy="159218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FA1E4C-7321-4B20-B130-F32AAA293231}" type="datetimeFigureOut">
              <a:rPr lang="en-IN" smtClean="0"/>
              <a:t>05-01-2026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7A6EEF-C197-42F4-A015-8635722C3CD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5926871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426812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04821"/>
            <a:ext cx="10353762" cy="158638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FA1E4C-7321-4B20-B130-F32AAA293231}" type="datetimeFigureOut">
              <a:rPr lang="en-IN" smtClean="0"/>
              <a:t>05-01-2026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7A6EEF-C197-42F4-A015-8635722C3CDD}" type="slidenum">
              <a:rPr lang="en-IN" smtClean="0"/>
              <a:t>‹#›</a:t>
            </a:fld>
            <a:endParaRPr lang="en-IN"/>
          </a:p>
        </p:txBody>
      </p:sp>
      <p:sp>
        <p:nvSpPr>
          <p:cNvPr id="11" name="TextBox 10"/>
          <p:cNvSpPr txBox="1"/>
          <p:nvPr/>
        </p:nvSpPr>
        <p:spPr>
          <a:xfrm>
            <a:off x="836612" y="73524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57956" y="297209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77018930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2126942"/>
            <a:ext cx="10355327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650556"/>
            <a:ext cx="10353763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FA1E4C-7321-4B20-B130-F32AAA293231}" type="datetimeFigureOut">
              <a:rPr lang="en-IN" smtClean="0"/>
              <a:t>05-01-2026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7A6EEF-C197-42F4-A015-8635722C3CD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1201194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2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4" y="2088319"/>
            <a:ext cx="3298956" cy="823305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4" y="2911624"/>
            <a:ext cx="3298956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4878" y="2088320"/>
            <a:ext cx="3298558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4878" y="2911624"/>
            <a:ext cx="329982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088320"/>
            <a:ext cx="3291211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6346" y="2911624"/>
            <a:ext cx="329121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FA1E4C-7321-4B20-B130-F32AAA293231}" type="datetimeFigureOut">
              <a:rPr lang="en-IN" smtClean="0"/>
              <a:t>05-01-2026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7A6EEF-C197-42F4-A015-8635722C3CD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7425532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4195899"/>
            <a:ext cx="3298955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92020" y="2298987"/>
            <a:ext cx="2940050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772161"/>
            <a:ext cx="3298955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01" y="4195899"/>
            <a:ext cx="3298983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68996" y="2298987"/>
            <a:ext cx="2930525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72160"/>
            <a:ext cx="3300336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423" y="4195899"/>
            <a:ext cx="3289900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52803" y="2298987"/>
            <a:ext cx="2932113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298" y="4772161"/>
            <a:ext cx="3294258" cy="1019037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FA1E4C-7321-4B20-B130-F32AAA293231}" type="datetimeFigureOut">
              <a:rPr lang="en-IN" smtClean="0"/>
              <a:t>05-01-2026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7A6EEF-C197-42F4-A015-8635722C3CD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2639680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FA1E4C-7321-4B20-B130-F32AAA293231}" type="datetimeFigureOut">
              <a:rPr lang="en-IN" smtClean="0"/>
              <a:t>05-01-2026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7A6EEF-C197-42F4-A015-8635722C3CD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9424086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599"/>
            <a:ext cx="254265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4" y="609599"/>
            <a:ext cx="7658705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FA1E4C-7321-4B20-B130-F32AAA293231}" type="datetimeFigureOut">
              <a:rPr lang="en-IN" smtClean="0"/>
              <a:t>05-01-2026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7A6EEF-C197-42F4-A015-8635722C3CD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092551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2096064"/>
            <a:ext cx="10353762" cy="36951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9FA1E4C-7321-4B20-B130-F32AAA293231}" type="datetimeFigureOut">
              <a:rPr lang="en-IN" smtClean="0"/>
              <a:t>05-01-2026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4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7A6EEF-C197-42F4-A015-8635722C3CD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5061367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400" b="1" i="0" kern="1200" cap="all">
          <a:solidFill>
            <a:schemeClr val="tx1"/>
          </a:solidFill>
          <a:effectLst>
            <a:outerShdw blurRad="50800" dist="63500" dir="2700000" algn="tl" rotWithShape="0">
              <a:srgbClr val="000000">
                <a:alpha val="48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E73DDF-226A-EB5A-CB55-7C54D3ED39A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INBOX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04E2D88-3406-79F9-594B-7371F2D60C8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048000" y="5202238"/>
            <a:ext cx="9144000" cy="1655762"/>
          </a:xfrm>
        </p:spPr>
        <p:txBody>
          <a:bodyPr/>
          <a:lstStyle/>
          <a:p>
            <a:r>
              <a:rPr lang="en-IN" dirty="0"/>
              <a:t>Presented By Alina Fatima</a:t>
            </a:r>
          </a:p>
        </p:txBody>
      </p:sp>
    </p:spTree>
    <p:extLst>
      <p:ext uri="{BB962C8B-B14F-4D97-AF65-F5344CB8AC3E}">
        <p14:creationId xmlns:p14="http://schemas.microsoft.com/office/powerpoint/2010/main" val="66465930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A868F0-F892-0A92-0729-84634568C5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Features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A14D5C-A1B9-E8E7-65F2-D7A1ECCC3D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b="1" dirty="0"/>
              <a:t>Key Features of Gmail Inbox</a:t>
            </a:r>
          </a:p>
          <a:p>
            <a:r>
              <a:rPr lang="en-US" dirty="0"/>
              <a:t>Tabbed Inbox: Emails are automatically sorted into tabs like Primary, Social, Promotions, Updates, and Forums for easy navigation.</a:t>
            </a:r>
          </a:p>
          <a:p>
            <a:r>
              <a:rPr lang="en-US" dirty="0"/>
              <a:t>Labels and Filters: Instead of folders, Gmail uses labels that can be applied to multiple emails. Filters help auto-organize incoming mail.</a:t>
            </a:r>
          </a:p>
          <a:p>
            <a:r>
              <a:rPr lang="en-US" dirty="0"/>
              <a:t>Smart Compose &amp; Smart Reply: AI-powered suggestions help you write emails faster or reply with one click.</a:t>
            </a:r>
          </a:p>
          <a:p>
            <a:r>
              <a:rPr lang="en-US" dirty="0"/>
              <a:t>Search Functionality: Advanced search operators let you find emails by sender, date, attachment type, or keywords.</a:t>
            </a:r>
          </a:p>
          <a:p>
            <a:r>
              <a:rPr lang="en-US" dirty="0"/>
              <a:t>Undo Send: Gives you a short window (up to 30 seconds) to cancel a sent email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2149710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900">
        <p14:glitter pattern="hexagon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53" presetClass="entr" presetSubtype="16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5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8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1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4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7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11FB0B-623E-BAA1-3AEC-78F9B1D21B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6975" y="501112"/>
            <a:ext cx="10353761" cy="1326321"/>
          </a:xfrm>
        </p:spPr>
        <p:txBody>
          <a:bodyPr/>
          <a:lstStyle/>
          <a:p>
            <a:r>
              <a:rPr lang="en-IN" dirty="0"/>
              <a:t>Gmail Front Page</a:t>
            </a:r>
          </a:p>
        </p:txBody>
      </p:sp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BB31F723-ABF2-37BB-52B9-F8BE3D4B181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52396" y="2149744"/>
            <a:ext cx="8362565" cy="3695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555817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500">
        <p:checker/>
      </p:transition>
    </mc:Choice>
    <mc:Fallback>
      <p:transition spd="slow">
        <p:checker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02C454-4CA1-3BE7-5675-8190FF0202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Inbox-Compose</a:t>
            </a:r>
          </a:p>
        </p:txBody>
      </p:sp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22DD4DA7-3771-CFF4-A751-70B30948F53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137019" y="2095500"/>
            <a:ext cx="3908437" cy="3695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932304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4000">
        <p14:vortex dir="r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2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0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5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312DC1-9572-5EEA-B510-C235540208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8813" y="2169763"/>
            <a:ext cx="10353761" cy="2115518"/>
          </a:xfrm>
        </p:spPr>
        <p:txBody>
          <a:bodyPr>
            <a:normAutofit/>
          </a:bodyPr>
          <a:lstStyle/>
          <a:p>
            <a:r>
              <a:rPr lang="en-IN" sz="8800" cap="none" dirty="0"/>
              <a:t>THANK  YOU</a:t>
            </a:r>
          </a:p>
        </p:txBody>
      </p:sp>
    </p:spTree>
    <p:extLst>
      <p:ext uri="{BB962C8B-B14F-4D97-AF65-F5344CB8AC3E}">
        <p14:creationId xmlns:p14="http://schemas.microsoft.com/office/powerpoint/2010/main" val="1991926955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wind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Damask">
  <a:themeElements>
    <a:clrScheme name="Damask">
      <a:dk1>
        <a:sysClr val="windowText" lastClr="000000"/>
      </a:dk1>
      <a:lt1>
        <a:sysClr val="window" lastClr="FFFFFF"/>
      </a:lt1>
      <a:dk2>
        <a:srgbClr val="2A5B7F"/>
      </a:dk2>
      <a:lt2>
        <a:srgbClr val="ABDAFC"/>
      </a:lt2>
      <a:accent1>
        <a:srgbClr val="9EC544"/>
      </a:accent1>
      <a:accent2>
        <a:srgbClr val="50BEA3"/>
      </a:accent2>
      <a:accent3>
        <a:srgbClr val="4A9CCC"/>
      </a:accent3>
      <a:accent4>
        <a:srgbClr val="9A66CA"/>
      </a:accent4>
      <a:accent5>
        <a:srgbClr val="C54F71"/>
      </a:accent5>
      <a:accent6>
        <a:srgbClr val="DE9C3C"/>
      </a:accent6>
      <a:hlink>
        <a:srgbClr val="6BA9DA"/>
      </a:hlink>
      <a:folHlink>
        <a:srgbClr val="A0BCD3"/>
      </a:folHlink>
    </a:clrScheme>
    <a:fontScheme name="Damask">
      <a:majorFont>
        <a:latin typeface="Bookman Old Style" panose="02050604050505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ckwell" panose="020606030202050204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amask">
      <a:fillStyleLst>
        <a:solidFill>
          <a:schemeClr val="phClr"/>
        </a:solidFill>
        <a:gradFill rotWithShape="1">
          <a:gsLst>
            <a:gs pos="0">
              <a:schemeClr val="phClr">
                <a:tint val="48000"/>
                <a:satMod val="105000"/>
                <a:lumMod val="110000"/>
              </a:schemeClr>
            </a:gs>
            <a:gs pos="100000">
              <a:schemeClr val="phClr">
                <a:tint val="78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0000"/>
                <a:lumMod val="104000"/>
              </a:schemeClr>
            </a:gs>
            <a:gs pos="69000">
              <a:schemeClr val="phClr">
                <a:shade val="86000"/>
                <a:satMod val="130000"/>
                <a:lumMod val="102000"/>
              </a:schemeClr>
            </a:gs>
            <a:gs pos="100000">
              <a:schemeClr val="phClr">
                <a:shade val="72000"/>
                <a:satMod val="130000"/>
                <a:lumMod val="100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sy="96000" rotWithShape="0">
              <a:srgbClr val="000000">
                <a:alpha val="54000"/>
              </a:srgbClr>
            </a:outerShdw>
          </a:effectLst>
        </a:effectStyle>
        <a:effectStyle>
          <a:effectLst>
            <a:outerShdw blurRad="76200" dist="38100" dir="5400000" algn="ctr" rotWithShape="0">
              <a:srgbClr val="000000">
                <a:alpha val="76000"/>
              </a:srgbClr>
            </a:outerShdw>
          </a:effectLst>
          <a:scene3d>
            <a:camera prst="orthographicFront">
              <a:rot lat="0" lon="0" rev="0"/>
            </a:camera>
            <a:lightRig rig="balanced" dir="t"/>
          </a:scene3d>
          <a:sp3d prstMaterial="matte">
            <a:bevelT w="25400" h="25400" prst="relaxedInse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shade val="18000"/>
                <a:satMod val="160000"/>
                <a:lumMod val="28000"/>
              </a:schemeClr>
              <a:schemeClr val="phClr">
                <a:tint val="95000"/>
                <a:satMod val="160000"/>
                <a:lumMod val="116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mask" id="{F9A299A0-33D0-4E0F-9F3F-7163E3744208}" vid="{746EEEEA-FB6A-406B-B510-531588D5481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TM04033921[[fn=Damask]]</Template>
  <TotalTime>32</TotalTime>
  <Words>125</Words>
  <Application>Microsoft Office PowerPoint</Application>
  <PresentationFormat>Widescreen</PresentationFormat>
  <Paragraphs>12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Bookman Old Style</vt:lpstr>
      <vt:lpstr>Rockwell</vt:lpstr>
      <vt:lpstr>Damask</vt:lpstr>
      <vt:lpstr>INBOX</vt:lpstr>
      <vt:lpstr>Features</vt:lpstr>
      <vt:lpstr>Gmail Front Page</vt:lpstr>
      <vt:lpstr>Inbox-Compose</vt:lpstr>
      <vt:lpstr>THANK 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Ismail Mohammed</dc:creator>
  <cp:lastModifiedBy>Ismail Mohammed</cp:lastModifiedBy>
  <cp:revision>2</cp:revision>
  <dcterms:created xsi:type="dcterms:W3CDTF">2026-01-04T16:38:17Z</dcterms:created>
  <dcterms:modified xsi:type="dcterms:W3CDTF">2026-01-05T15:56:34Z</dcterms:modified>
</cp:coreProperties>
</file>